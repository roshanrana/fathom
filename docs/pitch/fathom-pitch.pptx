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Fathom pitch: problem (advisor prep time, unquotable chatbots) → how it works (quote, filings, grounded briefing, verification + guard) → what the prototype proves (offline eval numbers from metrics/card.md) → why compliance can accept it → pilot path. Numbers: 97 filings, 20 tickers, verified share 1.0 offline, 0 guard escapes, 36 ms median offline. Live-mode verified share is reported from the audit log during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Fathom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the bottom of any stock before the client calls.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for a wealth-management advisory desk · Perficient AI Prototype Challenge, Finance scenario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9339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advisor gets a call about a name they don't follow. Getting current takes 30–60 minutes of quote lookups and 10-K/10-Q reading — and a generic chatbot can't be quoted to a client.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FATHOM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987552" cy="1325880"/>
          </a:xfrm>
          <a:prstGeom prst="roundRect">
            <a:avLst>
              <a:gd name="adj" fmla="val 7407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292608" cy="29260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301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in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86200"/>
            <a:ext cx="804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card: price, range, valuation, 52-week context, as-of stamped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17904" y="3200400"/>
            <a:ext cx="987552" cy="1325880"/>
          </a:xfrm>
          <a:prstGeom prst="roundRect">
            <a:avLst>
              <a:gd name="adj" fmla="val 7407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9344" y="3291840"/>
            <a:ext cx="292608" cy="29260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9344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609344" y="36301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 in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609344" y="3886200"/>
            <a:ext cx="804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10-K + 10-Qs, parsed into SEC items, linked to EDGAR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78608" y="3200400"/>
            <a:ext cx="987552" cy="1325880"/>
          </a:xfrm>
          <a:prstGeom prst="roundRect">
            <a:avLst>
              <a:gd name="adj" fmla="val 7407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291840"/>
            <a:ext cx="292608" cy="29260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70048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70048" y="36301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670048" y="3886200"/>
            <a:ext cx="804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via Portkey writes claims — each with a verbatim quote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39312" y="3200400"/>
            <a:ext cx="987552" cy="1325880"/>
          </a:xfrm>
          <a:prstGeom prst="roundRect">
            <a:avLst>
              <a:gd name="adj" fmla="val 7407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3291840"/>
            <a:ext cx="292608" cy="29260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3075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730752" y="36301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730752" y="3886200"/>
            <a:ext cx="804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checked against the filing; advice language blocked; call audited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17373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PROVES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201168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93208" y="208483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5093208" y="2468880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briefing claims verified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filing (offline eval, 20 tickers)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76288" y="201168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86016" y="208483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6986016" y="2468880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advice-language escapes on 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30-phrase adversarial set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83480" y="2944368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93208" y="30175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5093208" y="3401568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10-K / 10-Q filings,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large caps, 2025–2026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76288" y="2944368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86016" y="30175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ms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6986016" y="3401568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briefing build offline;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path ≈ 60–90 s via Portkey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983480" y="38587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COMPLIANCE TEAM CAN SAY YES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983480" y="41148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a verbatim passage the app re-checks; unverified claims are flagged, never hidden.</a:t>
            </a:r>
            <a:endParaRPr lang="en-US" sz="8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Describes, never recommends: input and output guards, disclaimer everywhere, audit log per call.</a:t>
            </a:r>
            <a:endParaRPr lang="en-US" sz="86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gateway (Portkey → Bedrock); with no key or network an offline mode still works.</a:t>
            </a:r>
            <a:endParaRPr lang="en-US" sz="86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6817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4 weeks to pilot: full EDGAR universe + live quote feed · SSO in front of the API · tamper-evident audit sink · advisor eval set with your compliance team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2026-09-12T15:38:46Z</dcterms:created>
  <dcterms:modified xsi:type="dcterms:W3CDTF">2026-09-12T15:38:46Z</dcterms:modified>
</cp:coreProperties>
</file>